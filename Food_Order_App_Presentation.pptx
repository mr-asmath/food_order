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8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Food Order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8C00"/>
                </a:solidFill>
              </a:defRPr>
            </a:pPr>
            <a:r>
              <a:t>Complete MERN Stack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86D"/>
          </a:solidFill>
          <a:ln>
            <a:solidFill>
              <a:srgbClr val="1938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Presentation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Welcome &amp; Introduction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Project Objectives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Problem Statement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Proposed Solution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Technical Stack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System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Key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Database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Deployment &amp;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Future Enhancements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86D"/>
          </a:solidFill>
          <a:ln>
            <a:solidFill>
              <a:srgbClr val="1938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Build a complete, production-ready food ordering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Provide seamless shopping experience for customers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Enable efficient food inventory management for employees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Implement role-based access control (customer, employee, admin)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Ensure secure user authentication using JWT tokens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Create responsive, user-friendly interfaces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Enable scalable backend infrastructure using MongoDB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86D"/>
          </a:solidFill>
          <a:ln>
            <a:solidFill>
              <a:srgbClr val="1938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Limited digital ordering solutions in food service industry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Manual inventory management is time-consuming and error-prone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No centralized platform for order tracking and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Difficulty in managing multiple user roles (customers, staff, admin)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Lack of real-time order status updates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Need for mobile-responsive ordering interface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Scalability issues with monolithic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86D"/>
          </a:solidFill>
          <a:ln>
            <a:solidFill>
              <a:srgbClr val="1938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Full-stack MERN (MongoDB, Express, React, Node.js) application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Multi-user portal system with role-based dashboards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Real-time order management and tracking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JWT-based authentication for secure user sessions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Responsive React frontend for all device types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RESTful API backend with comprehensive documentation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MongoDB database for flexible data structure and scalability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86D"/>
          </a:solidFill>
          <a:ln>
            <a:solidFill>
              <a:srgbClr val="1938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Frontend: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└ React.js - UI framework with component-based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└ React Router - Client-side navigation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└ Axios - HTTP client for API communication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Backend: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└ Node.js + Express.js - Server runtime and framework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└ MongoDB + Mongoose - NoSQL database with ODM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└ JWT - Secure token-based authentication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86D"/>
          </a:solidFill>
          <a:ln>
            <a:solidFill>
              <a:srgbClr val="1938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Three-Tier Architecture: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Presentation Layer (Frontend):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└ React components, context API for state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Business Logic Layer (Backend):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└ Express routes, controllers, and middleware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Data Layer (Database):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└ MongoDB collections: Users, Foods, Orders, Employees, Admins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86D"/>
          </a:solidFill>
          <a:ln>
            <a:solidFill>
              <a:srgbClr val="1938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Customer Features: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└ Browse food items by category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└ Add/remove items from cart with quantity control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└ Place orders with real-time order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Employee Features: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└ Manage food inventory (add, edit, delete items)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└ Toggle food availability status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Admin Features: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  └ Manage employee accounts and permissions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86D"/>
          </a:solidFill>
          <a:ln>
            <a:solidFill>
              <a:srgbClr val="1938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Database Design &amp;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Collections Implemented: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User Collection - Customer profiles with authentication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Food Collection - Menu items with pricing and categories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Order Collection - Order history and status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Employee Collection - Employee accounts and permissions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• Admin Collection - Admin accounts and system controls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t>All secured with JWT-based authentication and role-based access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86D"/>
          </a:solidFill>
          <a:ln>
            <a:solidFill>
              <a:srgbClr val="1938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99757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sz="3600" dirty="0"/>
              <a:t>Implementation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Current Implementation: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  └ Complete backend API with all CRUD operations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  └ Fully functional React frontend with responsive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Future Enhancements: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  └ Payment gateway integration (Stripe, PayPal)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  └ Real-time notifications &amp; push alerts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  └ Advanced analytics and reporting dashboards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  └ Mobile app development (React Native)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  └ AI-based food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522</Words>
  <Application>Microsoft Office PowerPoint</Application>
  <PresentationFormat>On-screen Show (4:3)</PresentationFormat>
  <Paragraphs>91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pantherjai@outlook.com</cp:lastModifiedBy>
  <cp:revision>2</cp:revision>
  <dcterms:created xsi:type="dcterms:W3CDTF">2013-01-27T09:14:16Z</dcterms:created>
  <dcterms:modified xsi:type="dcterms:W3CDTF">2026-04-14T13:54:05Z</dcterms:modified>
  <cp:category/>
</cp:coreProperties>
</file>